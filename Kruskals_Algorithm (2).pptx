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using the Greedy Approach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457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Angel Dhabarde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25070521253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V="1">
            <a:off x="6035040" y="1280160"/>
            <a:ext cx="182880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463040"/>
            <a:ext cx="54864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280160"/>
            <a:ext cx="365760" cy="164592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6583680" y="1280160"/>
            <a:ext cx="1280160" cy="146304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583680" y="2743200"/>
            <a:ext cx="164592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309360" y="2743200"/>
            <a:ext cx="27432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4023360"/>
            <a:ext cx="164592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955280" y="2926080"/>
            <a:ext cx="274320" cy="128016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812280" y="12710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1271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191109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1911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7340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27340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28269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2826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40142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95160" y="4014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34655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0" y="34655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33872" y="1261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3387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62672" y="107899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6267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28432" y="272491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2843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82512" y="25420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825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08192" y="382219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0819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54112" y="4005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5411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&amp; Minimum Spanning Tree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subgraph of a connected graph that includes all V vertices, is connected and has no cycle.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(MST):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spanning tree whose total edge weight is the smallest possible.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an MST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exactly V − 1 edges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and acyclic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be unique if edge weights repeat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network cabling, road/pipeline design, clustering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3749040" cy="3749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645920"/>
            <a:ext cx="2286000" cy="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812280" y="1645920"/>
            <a:ext cx="1143000" cy="10972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669280" y="2743200"/>
            <a:ext cx="1143000" cy="10058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743200"/>
            <a:ext cx="1143000" cy="10058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645920"/>
            <a:ext cx="1143000" cy="109728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669280" y="3749040"/>
            <a:ext cx="2286000" cy="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675120" y="15453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5453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46620" y="20939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46620" y="2093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03620" y="3145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03620" y="3145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46620" y="3145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46620" y="3145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03620" y="20939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03620" y="2093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6484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36484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68112" y="144475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6811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54112" y="144475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5411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11112" y="25420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111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68112" y="3547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6811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54112" y="3547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5411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MST edges (total = 11)   Dashed = not used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Behind Kruskal's Algorithm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9768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6400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058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Greedy choice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cheapest remaining edge. Locally optimal choices lead to a globally optimal MST.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29768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94560"/>
            <a:ext cx="64008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402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Avoid cycles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is safe only if its two end vertices lie in different components. Otherwise it forms a cycle.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429768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64008" cy="10972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Disjoint Set (Union-Find)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Find(x) returns the set leader; Union(x,y) merges two sets. Both run in nearly O(1) with path compression.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Union(D, E): two separate 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783080"/>
            <a:ext cx="0" cy="45720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783080"/>
            <a:ext cx="0" cy="45720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41732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224028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141732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224028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Find(D)=A, Find(E)=C → different sets → safe to add edge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after Union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V="1">
            <a:off x="6217920" y="3520440"/>
            <a:ext cx="594360" cy="41148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520440"/>
            <a:ext cx="594360" cy="41148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3931920"/>
            <a:ext cx="0" cy="36576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3200400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393192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23760" y="393192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237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23760" y="429768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237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Steps, Pseudocode &amp; Flow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572000" cy="37490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64008" cy="3749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25880"/>
            <a:ext cx="4251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KRUSKAL(G):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{ }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vertex v:  MAKE-SET(v)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edges of E by weight (ascending)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edge (u, v)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sorted order: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FIND(u) != FIND(v):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 = A + {(u, v)}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UNION(u, v)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8A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MST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0" y="914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914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edges by weight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0" cy="18288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0" y="1554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next smallest edge (u, v)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011680"/>
            <a:ext cx="0" cy="18288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0" y="21945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form a cycle?  Find(u) = Find(v)?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743200"/>
            <a:ext cx="0" cy="18288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0" y="29260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add edge to MST, Union(u, v)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5204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discard edge, go to next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3383280"/>
            <a:ext cx="0" cy="18288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48640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MST has V − 1 edges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in Simple Steps &amp; Union-Find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edges in non-decreasing order of weight.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 separate sets, one for each vertex.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167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empty MST edge set 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70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smallest edge (u, v) not yet processed.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741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Find(u) ≠ Find(v): add (u, v) to A and Union(u, v).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977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it forms a cycle: discard it. Repeat until A has V − 1 edges.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12080" y="914400"/>
            <a:ext cx="3566160" cy="37490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914400"/>
            <a:ext cx="64008" cy="37490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helper functions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13258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FIND(x):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parent[x] != x: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parent[x] = FIND(parent[x])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parent[x]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UNION(x, y):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rx = FIND(x);  ry = FIND(y)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attach lower-rank root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under higher-rank root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compression + union by rank make each operation almost O(1).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Input Graph (7 vertices, 11 edges)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V="1">
            <a:off x="822960" y="1371600"/>
            <a:ext cx="1371600" cy="5486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48640" cy="128016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371600"/>
            <a:ext cx="1554480" cy="914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0" y="1371600"/>
            <a:ext cx="822960" cy="182880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371600"/>
            <a:ext cx="914400" cy="14630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108960" y="1463040"/>
            <a:ext cx="640080" cy="137160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71600" y="2834640"/>
            <a:ext cx="1737360" cy="36576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200400"/>
            <a:ext cx="731520" cy="10058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03120" y="2834640"/>
            <a:ext cx="1005840" cy="137160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834640"/>
            <a:ext cx="1097280" cy="10058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103120" y="3840480"/>
            <a:ext cx="2103120" cy="36576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15453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15453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0120" y="2459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459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316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1316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21854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45920" y="2185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1460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0482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91840" y="20482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29169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03120" y="29169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00200" y="3602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00200" y="3602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34198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68880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32369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20440" y="3236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0" y="39227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17520" y="39227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1719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93392" y="11704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99339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547872" y="1261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4787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170432" y="29992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7043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07792" y="26334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0779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901952" y="4005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90195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005072" y="363931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05072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14400"/>
          <a:ext cx="3200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–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–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–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4" name="Text 51"/>
          <p:cNvSpPr txBox="1"/>
          <p:nvPr/>
        </p:nvSpPr>
        <p:spPr>
          <a:xfrm>
            <a:off x="54864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edges sorted by weight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 &amp; Resulting MST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V="1">
            <a:off x="822960" y="1371600"/>
            <a:ext cx="1371600" cy="5486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4864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371600"/>
            <a:ext cx="1554480" cy="9144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371600" y="1371600"/>
            <a:ext cx="822960" cy="182880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94560" y="1371600"/>
            <a:ext cx="914400" cy="14630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108960" y="1463040"/>
            <a:ext cx="640080" cy="137160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71600" y="2834640"/>
            <a:ext cx="1737360" cy="36576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371600" y="3200400"/>
            <a:ext cx="731520" cy="10058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03120" y="2834640"/>
            <a:ext cx="1005840" cy="137160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108960" y="2834640"/>
            <a:ext cx="1097280" cy="10058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103120" y="3840480"/>
            <a:ext cx="2103120" cy="36576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371600" y="15453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15453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0120" y="2459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459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316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1316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21854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45920" y="2185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1460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0482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91840" y="20482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29169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03120" y="29169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00200" y="3602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00200" y="3602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34198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68880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32369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20440" y="3236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0" y="39227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17520" y="39227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1719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93392" y="11704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99339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547872" y="1261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4787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170432" y="29992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7043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07792" y="26334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0779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901952" y="4005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90195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005072" y="363931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05072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14400"/>
          <a:ext cx="3474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D–F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F–G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D–E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4" name="Shape 51"/>
          <p:cNvSpPr/>
          <p:nvPr/>
        </p:nvSpPr>
        <p:spPr>
          <a:xfrm>
            <a:off x="5303520" y="4114800"/>
            <a:ext cx="3474720" cy="548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30352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MST: AD + CE + DF + AB + BE + EG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 = 5+5+6+7+7+9 = 39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Complexity, Correctness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1143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9144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E) = O(E log V)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best, average and worst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9144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list + Union-Find parent/rank arrays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4114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Make-set for V vertices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E edges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Find/Union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α(V))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703320"/>
            <a:ext cx="411480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 E = O(log V)?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≤ V², so log E ≤ 2 log V. Sorting dominates the running time.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2240280"/>
            <a:ext cx="41148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2240280"/>
            <a:ext cx="64008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2860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Cut Property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lightest edge crossing any cut belongs to some MST, and Kruskal's picks exactly such an edge each step.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3520440"/>
            <a:ext cx="411480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520440"/>
            <a:ext cx="64008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Property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heaviest edge on any cycle is never needed, so rejecting cycle-forming edges keeps the MST optimal.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vs Prim, Applications &amp; Summary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Union-Find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Disconnected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a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start vertex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960120"/>
            <a:ext cx="3291840" cy="2286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960120"/>
            <a:ext cx="64008" cy="2286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005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Laying cables &amp; pipelines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design (LAN/WAN)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Clustering in machine learning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Circuit &amp; road planning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sorts edges, greedily adds the cheapest one that creates no cycle, and uses Union-Find to detect cycles fast. It builds an optimal MST in O(E log V) time.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and Analysis of Algorithms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457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Claude (AI assistant by Anthropic)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6035040" y="1280160"/>
            <a:ext cx="182880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1463040"/>
            <a:ext cx="54864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1280160"/>
            <a:ext cx="365760" cy="164592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6583680" y="1280160"/>
            <a:ext cx="1280160" cy="146304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583680" y="2743200"/>
            <a:ext cx="164592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309360" y="2743200"/>
            <a:ext cx="27432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4023360"/>
            <a:ext cx="164592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955280" y="2926080"/>
            <a:ext cx="274320" cy="128016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812280" y="12710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1271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0956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191109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1911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27340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27340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28269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2826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40142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4014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34655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0" y="34655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33872" y="1261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3387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62672" y="107899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28432" y="272491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2843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82512" y="25420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825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08192" y="382219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0819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754112" y="4005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5411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Kruskal's Algorithm</dc:title>
  <dc:subject>PptxGenJS Presentation</dc:subject>
  <dc:creator>PptxGenJS</dc:creator>
  <cp:lastModifiedBy>PptxGenJS</cp:lastModifiedBy>
  <cp:revision>1</cp:revision>
  <dcterms:created xsi:type="dcterms:W3CDTF">2026-10-09T09:50:40Z</dcterms:created>
  <dcterms:modified xsi:type="dcterms:W3CDTF">2026-10-09T09:50:40Z</dcterms:modified>
</cp:coreProperties>
</file>